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minute: FinOps in DB not app. Name 5 layers and 33 tables 3NF. Preview ER then schema then DDL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 hierarchy provider to resource. Junctions and recursive.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Partition PKs, partial-unique approval, savings 1:1, budget XOR,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provider-account-resource-project-team. Recursive, M:N, nullable orphans.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1:N FK on N-side, M:N composite PK, weak FK in PK, nullable orphans.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TEXT staging then typed facts, pruning, quarantine, rollups.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Race FOR UPDATE, one pending, savings UNIQUE, budget XOR, audit append-only.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CloudCostDB: FinOps Database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Professor Review - Plan, Architecture, ER, 3NF Relational Schema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8"/>
                </a:solidFill>
              </a:rPr>
              <a:t>CloudCostDB moves cloud cost governance into PostgreSQL: ELT ingestion of provider billing, partitioned time-series facts, declarative waste rules, serialized approvals, verified savings.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28"/>
                </a:solidFill>
              </a:rPr>
              <a:t>Abstract: multi-tenant FinOps over ephemeral resources. L1 COPY to billing_staging(TEXT) then validation to billing_records. L2 3NF org/inventory with recursive dependencies graph. L3 billing_records/usage_metrics PARTITION BY RANGE month. L4 rules(JSONB) to recommendations to approval_requests SELECT FOR UPDATE with partial-unique pending plus audit_logs. L5 savings_realization ledger. 33 entities, 48 rels, 3NF, denormalization only via materialized views.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Sources: CloudCostDB_Architecture_v2.md | relational_schema.md + schema.sql | docs/er/*.mmd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Entities and Attributes (1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Master + inventory + staging — 18 entities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cloud_providers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provider_id PK, provider_name UK, api_endpoint_url, is_active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cloud_accounts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account_id PK, provider_id FK, account_name, external_account_id, currency, is_active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users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user_id PK, email UK, username, password_hash, first/last, is_active, created_at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roles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788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role_id PK, role_name UK, description, permissions JSONB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user_roles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333756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user_id PK/FK, role_id PK/FK, assigned_at (M:N)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teams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38862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team_id PK, team_name UK, cost_center UK, manager FK, created_at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348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projects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44348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project_id PK, team FK, environment FK, name, description, is_active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49834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834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49834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environment_id PK, environment_code UK, is_production_grade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55321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5321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regions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55321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region_id PK, provider FK, code, name, continent, is_active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63640" y="11430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1430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resource_types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11430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type_id PK, provider FK, codes, category, pricing_unit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63640" y="16916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6916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16916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resource_id PK, acct/proj/type/region FK, ext UK(acct), status, cost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63640" y="22402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resource_tags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22402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resource_id PK/FK, tag_key PK, tag_value (1NF)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63640" y="27889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resource_dependencies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75320" y="2788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parent PK/FK, child PK/FK, type, CHECK &lt;&gt;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333756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resource_consumers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333756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resource_id PK/FK, project PK/FK, alloc 0-100 (M:N)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63640" y="38862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resource_status_history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75320" y="38862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history_id PK, resource FK, prev/new, time, reason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63640" y="44348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4348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allocated_costs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75320" y="44348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allocated_cost_id PK, resource/project FK, month, pct, amount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63640" y="49834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49834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billing_import_batches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75320" y="49834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batch_id PK, account FK, imported_by FK, file, counts, status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63640" y="55321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55321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billing_staging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75320" y="55321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staging_id PK, batch FK, all payload TEXT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Entities and Attributes (2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Facts + governance — 15 entities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billing_import_errors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error_id PK, batch FK, row_index, raw_payload JSONB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billing_records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PK(billing_id, usage_start) PARTITION, acct/res/proj/batch FK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metric_types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metric_type_id PK, metric_name UK, unit, aggregation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usage_metrics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788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PK(metric_id, measured_at) PARTITION, resource/metric FK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resource_daily_summaries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333756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PK(resource, metric, date), avg/max/min, count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optimization_rules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38862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rule_id PK, rule_name UK, type, severity, active, params JSONB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348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44348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rec_id PK, rule/res/proj FK, saving, risk, status lifecycle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49834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834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recommendation_evidence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49834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evidence_id PK, rec FK CASCADE, metric FK NULL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55321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5321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approval_requests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55321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approval_id PK, rec FK, requested/reviewed FK, pending UNIQUE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63640" y="11430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1430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recommendation_status_history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11430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history_id PK, rec FK, changed_by FK, old/new, reason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63640" y="16916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6916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recommendation_actions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16916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action_id PK, rec FK, executed_by FK, type, status, error JSONB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63640" y="22402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savings_realization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22402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realization_id PK, rec FK UNIQUE 1:1, baseline/actual, pct, dates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63640" y="27889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budgets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75320" y="2788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budget_id PK, project FK NULL, team FK NULL, month, amount&gt;0, warning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333756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budget_alerts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333756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alert_id PK, budget FK CASCADE, triggered_at, threshold, spend, ack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63640" y="38862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audit_logs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75320" y="38862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428"/>
                </a:solidFill>
              </a:rPr>
              <a:t>audit_id PK, user FK NULL, action/entity/id, old/new JSONB, IP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ER Diagram — Entities and Relationships Only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er_overview.png from 00_full_no_attrs.mmd (33 entities, 48 rels)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pic>
        <p:nvPicPr>
          <p:cNvPr id="5" name="Image 0" descr="D:\stuff\second-yr-sem-3\dbms\db_package\clouDBills\docs\er\er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127455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Relational Schema (1 of 3) — Master and Inventory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PK/FK from relational_schema.md 2a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cloud_providers(provider_id, provider_name[UK], api_endpoint_url, is_active)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cloud_accounts(account_id, provider_id[FK], account_name, external_account_id, currency_code, is_active)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users(user_id, email[UK], username, password_hash, first_name, last_name, is_active, created_at)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roles(role_id, role_name[UK], description, permissions)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user_roles(user_id[PK,FK], role_id[PK,FK], assigned_at) — M:N junction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teams(team_id, team_name[UK], cost_center[UK], manager_user_id[FK], created_at)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projects(project_id, team_id[FK], environment_id[FK], project_name, description, is_active, created_at)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environments(environment_id, environment_code[UK], is_production_grade)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regions(region_id, provider_id[FK], region_code, region_name, continent, is_active)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resource_types(type_id, provider_id[FK], raw_service_code, raw_type_name, generic_category, pricing_unit)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resources(resource_id, account_id[FK], project_id[FK NULL orphans], type_id[FK], region_id[FK], ext_id, name, status, created/deleted, hourly_cost)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resource_tags(resource_id[PK,FK], tag_key[PK], tag_value) — weak 1NF CASCADE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resource_dependencies(parent[PK,FK], child[PK,FK], dependency_type, created_at) — recursive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resource_consumers(resource_id[PK,FK], project_id[PK,FK], allocation_percentage) — M:N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resource_status_history(status_history_id, resource_id[FK], previous/new, transition_time, reason)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Relational Schema (2 of 3) — Ingestion and Time-Series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Partition PKs include partition key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billing_import_batches(batch_id, account_id[FK], imported_by[FK], file_name, checksum, imported_at, row/accepted/rejected, status)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billing_staging(staging_id, batch_id[FK], all payload TEXT)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billing_import_errors(error_id, batch_id[FK], raw_row_index, raw_payload JSONB, error msg, rejected_at)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billing_records(billing_id[PK], usage_start[PK partition], account_id[FK], resource_id[FK NULL], project_id[FK NULL], batch[FK], service, usage_end, qty, cost, currency)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metric_types(metric_type_id, metric_name[UK], unit, aggregation_method)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usage_metrics(metric_id[PK], measured_at[PK partition], resource_id[FK], metric_type_id[FK], metric_value)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resource_daily_summaries(resource_id[PK,FK], metric_type_id[PK,FK], summary_date[PK], avg/max/min, sample_count)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optimization_rules(rule_id, rule_name[UK], rule_type, description, severity, is_active, parameters JSONB)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3NF: billing keeps project_id only; team via join.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Relational Schema (3 of 3) — Governance and Audit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Partial-unique, FOR UPDATE, 1:1 savings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recommendations(recommendation_id, rule_id[FK], resource_id[FK], project_id[FK], type, problem, suggested, saving, risk, status, detected/expires)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recommendation_evidence(evidence_id, rec[FK CASCADE], metric[FK NULL], obs_start/end, observed/threshold, narrative)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approval_requests(approval_id, rec[FK], requested_by[FK], reviewed_by[FK NULL], decision NULL=pending, comments, requested/reviewed) + PARTIAL UNIQUE(rec) WHERE pending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recommendation_status_history(history_id, rec[FK], changed_by[FK], old/new, changed_at, reason)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recommendation_actions(action_id, rec[FK], executed_by[FK], action_type, exec_status, started/completed, error JSONB)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savings_realization(realization_id, rec[FK UNIQUE 1:1], baseline/actual/est/actual, pct, start/end, calculated_at)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allocated_costs(allocated_cost_id, resource[FK], project[FK], month, pct, amount)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budgets(budget_id, project[FK NULL], team[FK NULL], month, amount&gt;0, warning) CHECK(one NOT NULL)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budget_alerts(alert_id, budget[FK CASCADE], triggered_at, threshold, spend, amount, ack)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audit_logs(audit_id, user[FK NULL system], action/entity/entity_id, old/new JSONB, timestamp, IP)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DDL: schema.sql 308 lines, 33 tables + 2 DEFAULT partitions, psql -f schema.sql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CloudCostDB Professor Review</dc:title>
  <dc:subject>PptxGenJS Presentation</dc:subject>
  <dc:creator>CloudCostDB</dc:creator>
  <cp:lastModifiedBy>CloudCostDB</cp:lastModifiedBy>
  <cp:revision>1</cp:revision>
  <dcterms:created xsi:type="dcterms:W3CDTF">2026-10-20T13:26:38Z</dcterms:created>
  <dcterms:modified xsi:type="dcterms:W3CDTF">2026-10-20T13:26:38Z</dcterms:modified>
</cp:coreProperties>
</file>